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4bfd105-fd7c-145f-6230-2e624506f543}">
          <p14:sldIdLst>
            <p14:sldId id="256"/>
          </p14:sldIdLst>
        </p14:section>
        <p14:section name="팀 운영" id="{fdcb8c98-7306-8437-52be-642a56239b44}">
          <p14:sldIdLst>
            <p14:sldId id="257"/>
            <p14:sldId id="258"/>
            <p14:sldId id="259"/>
            <p14:sldId id="260"/>
            <p14:sldId id="261"/>
            <p14:sldId id="262"/>
          </p14:sldIdLst>
        </p14:section>
        <p14:section name="아이디어 준비" id="{95dc6f4f-5d13-b445-409f-69ea2ab459ca}">
          <p14:sldIdLst>
            <p14:sldId id="263"/>
            <p14:sldId id="264"/>
            <p14:sldId id="265"/>
            <p14:sldId id="266"/>
            <p14:sldId id="267"/>
            <p14:sldId id="268"/>
            <p14:sldId id="269"/>
            <p14:sldId id="270"/>
            <p14:sldId id="271"/>
            <p14:sldId id="272"/>
            <p14:sldId id="273"/>
            <p14:sldId id="274"/>
          </p14:sldIdLst>
        </p14:section>
        <p14:section name="부록" id="{ca67b6c6-785f-a0b1-adb1-fd7fd44dc2a7}">
          <p14:sldIdLst>
            <p14:sldId id="275"/>
            <p14:sldId id="276"/>
            <p14:sldId id="277"/>
            <p14:sldId id="278"/>
            <p14:sldId id="279"/>
          </p14:sldIdLst>
        </p14:section>
        <p14:section name="마무리" id="{80f3078e-3c37-ce9f-89c2-daff7d58ebca}">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주제 '청도에서 이게 되네?' 맞춤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예비 3건</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1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2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예비 3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예비 1·2는</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청도에만 있는 장소로 — 와인터널처럼 지형지물을 다시 쓰기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소싸움장</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평일 장터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관람석 1만1,845석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 소싸움장을 싱그린 직거래 장터·택배 묶음 출고 거점으로 → 예비 7번(싱그린 단골)과 결합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소싸움장에서 장이 서네?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1,248경기 · 관람석 1만1,845석 · 관람객 16.5만(2022)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2026-10-26T07:57:13Z</dcterms:created>
  <dcterms:modified xsi:type="dcterms:W3CDTF">2026-10-26T07:57:13Z</dcterms:modified>
</cp:coreProperties>
</file>