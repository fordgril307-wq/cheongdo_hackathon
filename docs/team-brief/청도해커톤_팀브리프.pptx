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8fb391a8-b584-b9ec-9928-c69a84db3619}">
          <p14:sldIdLst>
            <p14:sldId id="256"/>
          </p14:sldIdLst>
        </p14:section>
        <p14:section name="팀 운영" id="{640d6ed1-e85e-20b7-3385-d28a52e08d66}">
          <p14:sldIdLst>
            <p14:sldId id="257"/>
            <p14:sldId id="258"/>
            <p14:sldId id="259"/>
            <p14:sldId id="260"/>
            <p14:sldId id="261"/>
            <p14:sldId id="262"/>
          </p14:sldIdLst>
        </p14:section>
        <p14:section name="아이디어 준비" id="{0ce771e8-2259-abba-6ad1-49e4501fd802}">
          <p14:sldIdLst>
            <p14:sldId id="263"/>
            <p14:sldId id="264"/>
            <p14:sldId id="265"/>
            <p14:sldId id="266"/>
            <p14:sldId id="267"/>
            <p14:sldId id="268"/>
            <p14:sldId id="269"/>
            <p14:sldId id="270"/>
            <p14:sldId id="271"/>
            <p14:sldId id="272"/>
            <p14:sldId id="273"/>
          </p14:sldIdLst>
        </p14:section>
        <p14:section name="부록" id="{447b690f-80fa-9d66-613d-afb123a3c8d5}">
          <p14:sldIdLst>
            <p14:sldId id="274"/>
            <p14:sldId id="275"/>
            <p14:sldId id="276"/>
            <p14:sldId id="277"/>
            <p14:sldId id="278"/>
          </p14:sldIdLst>
        </p14:section>
        <p14:section name="마무리" id="{8d7ca5d3-ff83-330e-0999-897477547641}">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주제 '청도에서 이게 되네?' 맞춤 6건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예비 3건</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1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2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예비 3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731520"/>
                <a:gridCol w="2514600"/>
                <a:gridCol w="2834640"/>
                <a:gridCol w="3200400"/>
                <a:gridCol w="199339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어르신·외국인 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주민 1,680명(4.2%), 근로자 867명 ·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예비 1·2는</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효도택시 기능으로 흡수</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검토 결과: 청도는 노선·운행 횟수가 적어 '어떤 버스'보다 '버스가 안 온다'가 더 큰 문제 → 단독 아이디어로는 약함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반영: 효도택시 안에 '곧 오는 버스 있으면 버스 안내, 없으면 합승택시 예약'으로 흡수</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청도 농어촌버스 노선 구성 — 운수사 1곳, 주요 노선 6개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노선이 적어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'고를 경로'가 적음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주요 노선 6개(0·1·2·3·5·7번)가 방면별로 나뉨 → 목적지가 정해지면 탈 버스도 거의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노선은 2~4시간 간격(팀 수집 자료, 공식 시간표로 확인 필요)</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네이버·카카오 지도에서 청도 버스 실시간 조회 가능하다는 정보 → 사실이면 길찾기 앱 차별점은 더 약해짐(확인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특징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 청도군 통합예약시스템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2026.10.7(생활인구) — 원문 링크 재확인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한국관광공사 여행코스(와인터널), 뉴스서울 2024.7.17(농기계), 경북매일 2026.10.20(금천고)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규모, 임대 실적, 폐교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2026-10-26T06:00:39Z</dcterms:created>
  <dcterms:modified xsi:type="dcterms:W3CDTF">2026-10-26T06:00:39Z</dcterms:modified>
</cp:coreProperties>
</file>