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5fa39c4c-aa1c-2292-bb30-113c1bc336ba}">
          <p14:sldIdLst>
            <p14:sldId id="256"/>
          </p14:sldIdLst>
        </p14:section>
        <p14:section name="팀 운영" id="{f1b81b07-f89e-8196-edbe-34466b091a80}">
          <p14:sldIdLst>
            <p14:sldId id="257"/>
            <p14:sldId id="258"/>
            <p14:sldId id="259"/>
            <p14:sldId id="260"/>
            <p14:sldId id="261"/>
            <p14:sldId id="262"/>
          </p14:sldIdLst>
        </p14:section>
        <p14:section name="아이디어 준비" id="{0a8b0bd2-6c07-a119-3bf6-76458763989d}">
          <p14:sldIdLst>
            <p14:sldId id="263"/>
            <p14:sldId id="264"/>
            <p14:sldId id="265"/>
            <p14:sldId id="266"/>
            <p14:sldId id="267"/>
            <p14:sldId id="268"/>
            <p14:sldId id="269"/>
            <p14:sldId id="270"/>
            <p14:sldId id="271"/>
            <p14:sldId id="272"/>
            <p14:sldId id="273"/>
            <p14:sldId id="274"/>
            <p14:sldId id="275"/>
          </p14:sldIdLst>
        </p14:section>
        <p14:section name="부록" id="{e7f3df8b-f316-07b6-9f74-6c68e4b583d5}">
          <p14:sldIdLst>
            <p14:sldId id="276"/>
            <p14:sldId id="277"/>
            <p14:sldId id="278"/>
            <p14:sldId id="279"/>
            <p14:sldId id="280"/>
          </p14:sldIdLst>
        </p14:section>
        <p14:section name="마무리" id="{cd07e33e-c645-f8c2-47b4-716b5ebedccc}">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관람석 1만1,845석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1,248경기 · 관람석 1만1,845석 · 관람객 16.5만(2022)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1만1,845석이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1,248경기)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1·2번은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2026-10-26T08:01:31Z</dcterms:created>
  <dcterms:modified xsi:type="dcterms:W3CDTF">2026-10-26T08:01:31Z</dcterms:modified>
</cp:coreProperties>
</file>