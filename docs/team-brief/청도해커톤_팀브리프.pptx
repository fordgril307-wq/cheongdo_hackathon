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7.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dfa80608-a42a-edbb-e636-69d661980984}">
          <p14:sldIdLst>
            <p14:sldId id="256"/>
          </p14:sldIdLst>
        </p14:section>
        <p14:section name="팀 운영" id="{e3582c86-3d26-e1e0-70e6-c99ac8eb6daf}">
          <p14:sldIdLst>
            <p14:sldId id="257"/>
            <p14:sldId id="258"/>
            <p14:sldId id="259"/>
            <p14:sldId id="260"/>
            <p14:sldId id="261"/>
            <p14:sldId id="262"/>
          </p14:sldIdLst>
        </p14:section>
        <p14:section name="아이디어 준비" id="{11d4d3d8-d133-2da9-8b7d-a4b36f2398c5}">
          <p14:sldIdLst>
            <p14:sldId id="263"/>
            <p14:sldId id="264"/>
            <p14:sldId id="265"/>
            <p14:sldId id="266"/>
            <p14:sldId id="267"/>
            <p14:sldId id="268"/>
            <p14:sldId id="269"/>
            <p14:sldId id="270"/>
            <p14:sldId id="271"/>
            <p14:sldId id="272"/>
            <p14:sldId id="273"/>
          </p14:sldIdLst>
        </p14:section>
        <p14:section name="부록" id="{26489f53-65f1-5eb4-9451-4f25df49c15f}">
          <p14:sldIdLst>
            <p14:sldId id="274"/>
            <p14:sldId id="275"/>
            <p14:sldId id="276"/>
            <p14:sldId id="277"/>
          </p14:sldIdLst>
        </p14:section>
        <p14:section name="마무리" id="{4fca061e-3de0-246a-74d0-d658355cd9ad}">
          <p14:sldIdLst>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아이디어 준비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 준비</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대상팀은 어떻게 했나   2. 청도 데이터: 있는데 덜 쓰이는 자원   3. 가안: 청도효도택시 — 기능·화면</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가안은 대회 전 참고용 — 제출 코드는 당일 주제 공개 뒤 새 저장소에서 작성</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1] </a:t>
            </a:r>
            <a:pPr algn="l" indent="0" marL="0">
              <a:buNone/>
            </a:pPr>
            <a:r>
              <a:rPr lang="en-US" sz="2400" b="1" dirty="0">
                <a:solidFill>
                  <a:srgbClr val="222222"/>
                </a:solidFill>
              </a:rPr>
              <a:t>청도는 주민 10명 중 6명이 60세 이상, 행사장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고령·의료·이동이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가장 유력한 문제 영역</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2]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3] </a:t>
            </a:r>
            <a:pPr algn="l" indent="0" marL="0">
              <a:buNone/>
            </a:pPr>
            <a:r>
              <a:rPr lang="en-US" sz="2400" b="1" dirty="0">
                <a:solidFill>
                  <a:srgbClr val="222222"/>
                </a:solidFill>
              </a:rPr>
              <a:t>정류장은 508곳, 그래도 어르신에게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4] </a:t>
            </a:r>
            <a:pPr algn="l" indent="0" marL="0">
              <a:buNone/>
            </a:pPr>
            <a:r>
              <a:rPr lang="en-US" sz="2400" b="1" dirty="0">
                <a:solidFill>
                  <a:srgbClr val="222222"/>
                </a:solidFill>
              </a:rPr>
              <a:t>있는데 덜 쓰이는 자원: 관광주민증 1.2%, 관광택시 3.5%만 이용</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놀고 있는 자원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부족한 것</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관광주민증은 약 9.9만 건 발급, 혜택 이용은 1,223건 / 군 관광택시는 정원 999명에 신청 35명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경로당(전 경로당 비상벨)·노인일자리 1,830명·보건지소 8곳처럼 사람과 거점도 이미 있음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지난 대상팀처럼 '있는데 덜 쓰이는 자원'을 '부족한 것'과 이으면 새 제도 없이 해결 가능</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놀고 있는 자원 × 부족한 것 (브레인스토밍 출발점)"/>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(브레인스토밍 출발점)</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2 출처 참고</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1828800"/>
                <a:gridCol w="192024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이용 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관광주민증 보유자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대비 이용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농번기 일손, 체류 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군 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정원 대비 3.5%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외곽 면 어르신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 경로당 비상벨, 1,830명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돌봄 인력·기록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보건지소 8곳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전문의 주 1회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동네 의원 없는 면 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a:t>
            </a:r>
            <a:pPr algn="l" indent="0" marL="0">
              <a:buNone/>
            </a:pPr>
            <a:r>
              <a:rPr lang="en-US" sz="2400" b="1" dirty="0">
                <a:solidFill>
                  <a:srgbClr val="222222"/>
                </a:solidFill>
              </a:rPr>
              <a:t>주제 '청도에서 이게 되네?' 맞춤 6건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예비 3건</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예비 1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예비 2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예비 3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2 출처 참고 (행안부 외국인주민 현황, 경북매일·매일신문·아주경제·뉴스서울 보도)</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731520"/>
                <a:gridCol w="2514600"/>
                <a:gridCol w="2834640"/>
                <a:gridCol w="3200400"/>
                <a:gridCol w="199339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어르신·외국인 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주민 1,680명(4.2%), 근로자 867명 ·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예비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근거]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예비 1·2는</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숫자로 설명 가능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청도 버스 현황   3. 출처</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청도 버스 현황 — '어르신 길찾기 앱' 검토</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문제는 '어떤 버스'보다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'버스가 안 온다'</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외곽 노선은 하루 5~7회, 버스 1대가 여러 방면을 돎 → 고를 경로 자체가 적음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청도군도 대중교통 취약지역에 행복버스·행복택시를 따로 운영 중</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길찾기는 네이버·카카오 지도가 이미 제공 → 단독 아이디어로는 차별점 약함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다만 '어디서 내리는지·몇 번 타는지 물어보신다'는 관찰은 유효 → 효도택시 기능으로 흡수</a:t>
            </a:r>
            <a:endParaRPr lang="en-US" sz="1250" dirty="0"/>
          </a:p>
        </p:txBody>
      </p:sp>
      <p:sp>
        <p:nvSpPr>
          <p:cNvPr id="5" name="panel bar 청도·경북 버스 운행 현황"/>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청도·경북 버스 운행 현황</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국토부 대중교통 현황조사(2022)·통계청 농림어업총조사(2020, 주간경향 2026.4.27 인용)</a:t>
            </a:r>
            <a:endParaRPr lang="en-US" sz="7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2103120"/>
                <a:gridCol w="42062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 덕암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하루 7회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 남성현·숯골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하루 5회, 3개 방면을 버스 1대가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 청도터미널–풍각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하루 약 21회, 배차 15~60분(간선)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평균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도보 15분 내 없음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검토 결과: 효도택시에 흡수"/>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검토 결과: 효도택시에 흡수</a:t>
            </a:r>
            <a:endParaRPr lang="en-US" sz="115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97280"/>
                <a:gridCol w="1600200"/>
                <a:gridCol w="1965960"/>
              </a:tblGrid>
              <a:tr h="54864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길찾기 앱 단독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효도택시 + 버스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 있을 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번호·정류장·남은 시간 음성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 없을 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안내 불가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합승택시 바로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차별점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지도 앱과 겹침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버스 + 택시 한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 적합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놀고 있는 자원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행복택시·관광택시 활용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 청도군 통합예약시스템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2026.10.7(생활인구) — 원문 링크 재확인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한국관광공사 여행코스(와인터널), 뉴스서울 2024.7.17(농기계), 경북매일 2026.10.20(금천고)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규모, 임대 실적, 폐교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주간경향 2026.4.27(국토부 현황조사 2022·농림어업총조사 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2026-10-26T05:27:41Z</dcterms:created>
  <dcterms:modified xsi:type="dcterms:W3CDTF">2026-10-26T05:27:41Z</dcterms:modified>
</cp:coreProperties>
</file>