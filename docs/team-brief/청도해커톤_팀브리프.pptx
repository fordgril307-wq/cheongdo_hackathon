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bf0d8192-7063-c179-f714-1350c946fee9}">
          <p14:sldIdLst>
            <p14:sldId id="256"/>
          </p14:sldIdLst>
        </p14:section>
        <p14:section name="팀 운영" id="{a3e7a06a-2416-c5c5-f0fc-deaf7d87d508}">
          <p14:sldIdLst>
            <p14:sldId id="257"/>
            <p14:sldId id="258"/>
            <p14:sldId id="259"/>
            <p14:sldId id="260"/>
            <p14:sldId id="261"/>
            <p14:sldId id="262"/>
          </p14:sldIdLst>
        </p14:section>
        <p14:section name="아이디어 준비" id="{2465dc5b-e7f6-c76d-ba01-ec1b9f1fec73}">
          <p14:sldIdLst>
            <p14:sldId id="263"/>
            <p14:sldId id="264"/>
            <p14:sldId id="265"/>
            <p14:sldId id="266"/>
            <p14:sldId id="267"/>
            <p14:sldId id="268"/>
            <p14:sldId id="269"/>
            <p14:sldId id="270"/>
            <p14:sldId id="271"/>
            <p14:sldId id="272"/>
            <p14:sldId id="273"/>
          </p14:sldIdLst>
        </p14:section>
        <p14:section name="부록" id="{13d98144-4bca-cec1-8465-e7e1344dbb4a}">
          <p14:sldIdLst>
            <p14:sldId id="274"/>
            <p14:sldId id="275"/>
            <p14:sldId id="276"/>
            <p14:sldId id="277"/>
            <p14:sldId id="278"/>
          </p14:sldIdLst>
        </p14:section>
        <p14:section name="마무리" id="{9d249a58-45f0-40e2-d94b-7287270998e6}">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아이디어 준비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 준비</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대상팀은 어떻게 했나   2. 청도 데이터: 있는데 덜 쓰이는 자원   3. 가안: 청도효도택시 — 기능·화면</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가안은 대회 전 참고용 — 제출 코드는 당일 주제 공개 뒤 새 저장소에서 작성</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1] </a:t>
            </a:r>
            <a:pPr algn="l" indent="0" marL="0">
              <a:buNone/>
            </a:pPr>
            <a:r>
              <a:rPr lang="en-US" sz="2400" b="1" dirty="0">
                <a:solidFill>
                  <a:srgbClr val="222222"/>
                </a:solidFill>
              </a:rPr>
              <a:t>청도는 주민 10명 중 6명이 60세 이상, 행사장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고령·의료·이동이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가장 유력한 문제 영역</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2]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3] </a:t>
            </a:r>
            <a:pPr algn="l" indent="0" marL="0">
              <a:buNone/>
            </a:pPr>
            <a:r>
              <a:rPr lang="en-US" sz="2400" b="1" dirty="0">
                <a:solidFill>
                  <a:srgbClr val="222222"/>
                </a:solidFill>
              </a:rPr>
              <a:t>정류장은 508곳, 그래도 어르신에게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4] </a:t>
            </a:r>
            <a:pPr algn="l" indent="0" marL="0">
              <a:buNone/>
            </a:pPr>
            <a:r>
              <a:rPr lang="en-US" sz="2400" b="1" dirty="0">
                <a:solidFill>
                  <a:srgbClr val="222222"/>
                </a:solidFill>
              </a:rPr>
              <a:t>있는데 덜 쓰이는 자원: 관광주민증 1.2%, 관광택시 3.5%만 이용</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놀고 있는 자원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부족한 것</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관광주민증은 약 9.9만 건 발급, 혜택 이용은 1,223건 / 군 관광택시는 정원 999명에 신청 35명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경로당(전 경로당 비상벨)·노인일자리 1,830명·보건지소 8곳처럼 사람과 거점도 이미 있음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지난 대상팀처럼 '있는데 덜 쓰이는 자원'을 '부족한 것'과 이으면 새 제도 없이 해결 가능</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놀고 있는 자원 × 부족한 것 (브레인스토밍 출발점)"/>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(브레인스토밍 출발점)</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1828800"/>
                <a:gridCol w="192024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이용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관광주민증 보유자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대비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농번기 일손, 체류 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군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정원 대비 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외곽 면 어르신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 경로당 비상벨, 1,830명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돌봄 인력·기록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보건지소 8곳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전문의 주 1회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동네 의원 없는 면 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a:t>
            </a:r>
            <a:pPr algn="l" indent="0" marL="0">
              <a:buNone/>
            </a:pPr>
            <a:r>
              <a:rPr lang="en-US" sz="2400" b="1" dirty="0">
                <a:solidFill>
                  <a:srgbClr val="222222"/>
                </a:solidFill>
              </a:rPr>
              <a:t>주제 '청도에서 이게 되네?' 맞춤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예비 3건</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1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2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예비 3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근거]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예비 1·2는</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숫자로 설명 가능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 청도군 통합예약시스템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2026.10.7(생활인구) — 원문 링크 재확인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2026-10-26T07:53:59Z</dcterms:created>
  <dcterms:modified xsi:type="dcterms:W3CDTF">2026-10-26T07:53:59Z</dcterms:modified>
</cp:coreProperties>
</file>