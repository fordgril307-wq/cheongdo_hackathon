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13f93861-3a03-d1d7-1406-ac53fd8915ac}">
          <p14:sldIdLst>
            <p14:sldId id="256"/>
          </p14:sldIdLst>
        </p14:section>
        <p14:section name="팀 운영" id="{8575a521-b280-19f3-6b59-1085725a672b}">
          <p14:sldIdLst>
            <p14:sldId id="257"/>
            <p14:sldId id="258"/>
            <p14:sldId id="259"/>
            <p14:sldId id="260"/>
            <p14:sldId id="261"/>
            <p14:sldId id="262"/>
          </p14:sldIdLst>
        </p14:section>
        <p14:section name="청도 데이터" id="{de29a657-b566-4b98-993d-663fe6f59c28}">
          <p14:sldIdLst>
            <p14:sldId id="263"/>
            <p14:sldId id="264"/>
            <p14:sldId id="265"/>
            <p14:sldId id="266"/>
            <p14:sldId id="267"/>
            <p14:sldId id="268"/>
            <p14:sldId id="269"/>
          </p14:sldIdLst>
        </p14:section>
        <p14:section name="아이디어" id="{23d6a04b-33b0-fb9e-31dc-8e618430f1d5}">
          <p14:sldIdLst>
            <p14:sldId id="270"/>
            <p14:sldId id="271"/>
            <p14:sldId id="272"/>
            <p14:sldId id="273"/>
            <p14:sldId id="274"/>
            <p14:sldId id="275"/>
            <p14:sldId id="276"/>
            <p14:sldId id="277"/>
            <p14:sldId id="278"/>
            <p14:sldId id="279"/>
          </p14:sldIdLst>
        </p14:section>
        <p14:section name="부록" id="{d914fbb7-9e0d-4833-7d91-4c567a13950c}">
          <p14:sldIdLst>
            <p14:sldId id="280"/>
            <p14:sldId id="281"/>
            <p14:sldId id="282"/>
            <p14:sldId id="283"/>
            <p14:sldId id="284"/>
          </p14:sldIdLst>
        </p14:section>
        <p14:section name="마무리" id="{1eae501f-9658-00cd-b166-89775b53bf71}">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인구   2. 관광·체류   3. 놀고 있는 장소   4. 사람·일손   5. 의료   6. 이동</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1 · 인구] </a:t>
            </a:r>
            <a:pPr algn="l" indent="0" marL="0">
              <a:buNone/>
            </a:pPr>
            <a:r>
              <a:rPr lang="en-US" sz="2400" b="1" dirty="0">
                <a:solidFill>
                  <a:srgbClr val="222222"/>
                </a:solidFill>
              </a:rPr>
              <a:t>청도는 주민 10명 중 6명이 60세 이상, 행사장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매일신문 2023.6.22(소싸움)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 관람객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16.5만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3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관람석 1만1,845석,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4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5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 데이터 6 · 이동] </a:t>
            </a:r>
            <a:pPr algn="l" indent="0" marL="0">
              <a:buNone/>
            </a:pPr>
            <a:r>
              <a:rPr lang="en-US" sz="2400" b="1" dirty="0">
                <a:solidFill>
                  <a:srgbClr val="222222"/>
                </a:solidFill>
              </a:rPr>
              <a:t>정류장은 508곳, 그래도 어르신에게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 · 지형지물   3. 예비 아이디어 2 · 주제 맞춤   4. 청도효도택시</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관람석 1만1,845석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1,248경기 · 관람석 1만1,845석 · 관람객 16.5만(2022)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1만1,845석이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1,248경기)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가안]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[청도효도택시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2026-10-28T01:38:48Z</dcterms:created>
  <dcterms:modified xsi:type="dcterms:W3CDTF">2026-10-28T01:38:48Z</dcterms:modified>
</cp:coreProperties>
</file>