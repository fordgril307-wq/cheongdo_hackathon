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98dc941c-2448-f5d0-fe27-0c1700b5fe1d}">
          <p14:sldIdLst>
            <p14:sldId id="256"/>
          </p14:sldIdLst>
        </p14:section>
        <p14:section name="팀 운영" id="{64e2ed82-61ff-1fa1-a271-db71c51dc96a}">
          <p14:sldIdLst>
            <p14:sldId id="257"/>
            <p14:sldId id="258"/>
            <p14:sldId id="259"/>
            <p14:sldId id="260"/>
            <p14:sldId id="261"/>
            <p14:sldId id="262"/>
          </p14:sldIdLst>
        </p14:section>
        <p14:section name="아이디어 준비" id="{9cb73d14-6d04-42ac-85ea-dc78aabb61f9}">
          <p14:sldIdLst>
            <p14:sldId id="263"/>
            <p14:sldId id="264"/>
            <p14:sldId id="265"/>
            <p14:sldId id="266"/>
            <p14:sldId id="267"/>
            <p14:sldId id="268"/>
            <p14:sldId id="269"/>
            <p14:sldId id="270"/>
            <p14:sldId id="271"/>
            <p14:sldId id="272"/>
            <p14:sldId id="273"/>
            <p14:sldId id="274"/>
            <p14:sldId id="275"/>
            <p14:sldId id="276"/>
            <p14:sldId id="277"/>
          </p14:sldIdLst>
        </p14:section>
        <p14:section name="부록" id="{975c14d6-8a56-a004-769f-9b4442c04b43}">
          <p14:sldIdLst>
            <p14:sldId id="278"/>
            <p14:sldId id="279"/>
            <p14:sldId id="280"/>
            <p14:sldId id="281"/>
            <p14:sldId id="282"/>
          </p14:sldIdLst>
        </p14:section>
        <p14:section name="마무리" id="{82c0d247-8dde-ecd5-beff-693472687625}">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관람석 1만1,845석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1,248경기 · 관람석 1만1,845석 · 관람객 16.5만(2022)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1만1,845석이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1,248경기)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1·2번은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2026-10-28T01:31:31Z</dcterms:created>
  <dcterms:modified xsi:type="dcterms:W3CDTF">2026-10-28T01:31:31Z</dcterms:modified>
</cp:coreProperties>
</file>