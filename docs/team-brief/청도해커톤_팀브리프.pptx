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7.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05a7dbdf-ecdd-bb83-cfe6-c03cbbacbf5f}">
          <p14:sldIdLst>
            <p14:sldId id="256"/>
          </p14:sldIdLst>
        </p14:section>
        <p14:section name="팀 운영" id="{50bffcbb-4219-da85-f58e-6e95394eea81}">
          <p14:sldIdLst>
            <p14:sldId id="257"/>
            <p14:sldId id="258"/>
            <p14:sldId id="259"/>
            <p14:sldId id="260"/>
            <p14:sldId id="261"/>
            <p14:sldId id="262"/>
          </p14:sldIdLst>
        </p14:section>
        <p14:section name="아이디어 준비" id="{e83456b2-0eb6-460a-565e-a62cf233fd94}">
          <p14:sldIdLst>
            <p14:sldId id="263"/>
            <p14:sldId id="264"/>
            <p14:sldId id="265"/>
            <p14:sldId id="266"/>
            <p14:sldId id="267"/>
            <p14:sldId id="268"/>
            <p14:sldId id="269"/>
            <p14:sldId id="270"/>
            <p14:sldId id="271"/>
            <p14:sldId id="272"/>
            <p14:sldId id="273"/>
          </p14:sldIdLst>
        </p14:section>
        <p14:section name="부록" id="{430e2cce-860c-787f-b066-4625a4eed897}">
          <p14:sldIdLst>
            <p14:sldId id="274"/>
            <p14:sldId id="275"/>
            <p14:sldId id="276"/>
            <p14:sldId id="277"/>
            <p14:sldId id="278"/>
          </p14:sldIdLst>
        </p14:section>
        <p14:section name="마무리" id="{efb2a4aa-f0d3-a8d1-0164-96b88eb278bb}">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아이디어 준비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 준비</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대상팀은 어떻게 했나   2. 청도 데이터: 있는데 덜 쓰이는 자원   3. 가안: 청도효도택시 — 기능·화면</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가안은 대회 전 참고용 — 제출 코드는 당일 주제 공개 뒤 새 저장소에서 작성</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1] </a:t>
            </a:r>
            <a:pPr algn="l" indent="0" marL="0">
              <a:buNone/>
            </a:pPr>
            <a:r>
              <a:rPr lang="en-US" sz="2400" b="1" dirty="0">
                <a:solidFill>
                  <a:srgbClr val="222222"/>
                </a:solidFill>
              </a:rPr>
              <a:t>청도는 주민 10명 중 6명이 60세 이상, 행사장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고령·의료·이동이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가장 유력한 문제 영역</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2]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3] </a:t>
            </a:r>
            <a:pPr algn="l" indent="0" marL="0">
              <a:buNone/>
            </a:pPr>
            <a:r>
              <a:rPr lang="en-US" sz="2400" b="1" dirty="0">
                <a:solidFill>
                  <a:srgbClr val="222222"/>
                </a:solidFill>
              </a:rPr>
              <a:t>정류장은 508곳, 그래도 어르신에게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4] </a:t>
            </a:r>
            <a:pPr algn="l" indent="0" marL="0">
              <a:buNone/>
            </a:pPr>
            <a:r>
              <a:rPr lang="en-US" sz="2400" b="1" dirty="0">
                <a:solidFill>
                  <a:srgbClr val="222222"/>
                </a:solidFill>
              </a:rPr>
              <a:t>있는데 덜 쓰이는 자원: 관광주민증 1.2%, 관광택시 3.5%만 이용</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놀고 있는 자원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부족한 것</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관광주민증은 약 9.9만 건 발급, 혜택 이용은 1,223건 / 군 관광택시는 정원 999명에 신청 35명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경로당(전 경로당 비상벨)·노인일자리 1,830명·보건지소 8곳처럼 사람과 거점도 이미 있음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지난 대상팀처럼 '있는데 덜 쓰이는 자원'을 '부족한 것'과 이으면 새 제도 없이 해결 가능</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놀고 있는 자원 × 부족한 것 (브레인스토밍 출발점)"/>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(브레인스토밍 출발점)</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1828800"/>
                <a:gridCol w="192024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이용 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관광주민증 보유자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대비 이용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농번기 일손, 체류 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군 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정원 대비 3.5%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외곽 면 어르신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 경로당 비상벨, 1,830명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돌봄 인력·기록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보건지소 8곳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전문의 주 1회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동네 의원 없는 면 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a:t>
            </a:r>
            <a:pPr algn="l" indent="0" marL="0">
              <a:buNone/>
            </a:pPr>
            <a:r>
              <a:rPr lang="en-US" sz="2400" b="1" dirty="0">
                <a:solidFill>
                  <a:srgbClr val="222222"/>
                </a:solidFill>
              </a:rPr>
              <a:t>주제 '청도에서 이게 되네?' 맞춤 6건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예비 3건</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예비 1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예비 2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예비 3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 (행안부 외국인주민 현황, 경북매일·매일신문·아주경제·뉴스서울 보도)</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731520"/>
                <a:gridCol w="2514600"/>
                <a:gridCol w="2834640"/>
                <a:gridCol w="3200400"/>
                <a:gridCol w="199339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어르신·외국인 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주민 1,680명(4.2%), 근로자 867명 ·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예비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근거]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예비 1·2는</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숫자로 설명 가능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팀원 제안 검토(길찾기 앱)·버스 노선   3. 출처</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팀원 제안 '어르신 길찾기 앱' 검토 — 고를 버스보다 올 버스가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제안 내용</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(10/26 팀원 제안)</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목적지만 넣으면 탈 버스·내릴 곳·남은 시간을 큰 화면과 음성으로 알려 주는 '어르신용 네이버 길찾기'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이유: 네이버 길찾기는 어르신에게 복잡하고, 버스에서 '어디서 내려요?', '몇 번 타요?' 묻는 어르신이 많음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검토 결과: 방면마다 노선 1개라 고를 버스는 적고, 하루 몇 번뿐인 게 더 큰 문제 → 단독으론 약함</a:t>
            </a:r>
            <a:endParaRPr lang="en-US" sz="1250" dirty="0"/>
          </a:p>
        </p:txBody>
      </p:sp>
      <p:sp>
        <p:nvSpPr>
          <p:cNvPr id="5" name="panel bar 검토 근거 — 청도 버스 현황"/>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검토 근거 — 청도 버스 현황</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주간경향 2026.4.27(국토부·통계청 인용), 경북매일 2021.7.4</a:t>
            </a:r>
            <a:endParaRPr lang="en-US" sz="7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651760"/>
                <a:gridCol w="5852160"/>
                <a:gridCol w="2770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포인트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출처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노선은 방면마다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6개 노선(0·1·2·3·5·7번)이 방면별로 나뉨 → 마을에서 탈 버스는 사실상 정해짐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부록 2-2 노선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노선마다 운행 횟수가 적음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7번: 덕암 방면 하루 7회, 남성현·숯골 방면 하루 5회, 버스 1대가 전부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 시간표)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주요 간선도 듬성듬성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1번(청도터미널–풍각): 하루 약 21회, 배차 15~60분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자체가 배차가 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경북 평균 배차간격 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국토부 대중교통 현황조사(2022)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 증가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걸어서 15분 안에 대중교통이 없는 마을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통계청 농림어업총조사(2020)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군도 버스가 안 닿는다고 인정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청도군이 대중교통 취약지역에 행복버스·행복택시 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2021.7.4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대부분이 어르신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외곽 면 평균 64세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행안부·군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2-2] </a:t>
            </a:r>
            <a:pPr algn="l" indent="0" marL="0">
              <a:buNone/>
            </a:pPr>
            <a:r>
              <a:rPr lang="en-US" sz="2400" b="1" dirty="0">
                <a:solidFill>
                  <a:srgbClr val="222222"/>
                </a:solidFill>
              </a:rPr>
              <a:t>노선은 6개지만 방면마다 1개 — 마을에서 고를 버스는 사실상 없음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노선 수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어르신의 선택지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운수사는 청도버스 1곳, 모든 노선이 청도공용버스터미널에서 출발해 방면별로 나뉨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 쪽은 3번, 풍각 쪽은 1번, 남성현 쪽은 7번처럼 사는 마을에 따라 탈 버스가 이미 정해짐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그래서 문제는 '몇 번을 타나'보다 '그 버스가 언제 오나' — 7번은 방면별 하루 5~7회(부록 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일부 노선 2~4시간 간격, 네이버·카카오 지도 실시간 조회 가능 여부는 공식 확인 필요</a:t>
            </a:r>
            <a:endParaRPr lang="en-US" sz="1250" dirty="0"/>
          </a:p>
        </p:txBody>
      </p:sp>
      <p:sp>
        <p:nvSpPr>
          <p:cNvPr id="5" name="panel bar 주요 노선 (청도공용버스터미널 기점)"/>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노선 (청도공용버스터미널 기점)</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HS 수집 자료(2026.10.26, 원 출처 미기재), 나무위키 청도 버스 1·7번, 노선 정보 사이트(3·5번) — 청도군 공식 버스 시간표로 재확인 필요</a:t>
            </a:r>
            <a:endParaRPr lang="en-US" sz="7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822960"/>
                <a:gridCol w="4572000"/>
                <a:gridCol w="2011680"/>
                <a:gridCol w="386791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주요 경유지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가는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팔조령 ↔ 가창 ↔ 대구(가창중학교)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시내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화양 ↔ 각남 ↔ 풍각버스터미널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서부 권역 핵심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하루 약 21회, 15~60분(2016)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유등 ↔ 대곡 ↔ 신촌 ↔ 수야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이서면 마을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금천동 ↔ 운산 ↔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동부 권역,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3번 노선 정류소 12개 구간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유천 ↔ 온막 ↔ 상동역(밀양)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밀양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동곡행 정류소 40개, 5-2번 상동행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남성현 ↔ 와인터널 ↔ 덕암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관광지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 방면별 하루 5~7회, 버스 1대(2016)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 청도군 통합예약시스템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2026.10.7(생활인구) — 원문 링크 재확인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한국관광공사 여행코스(와인터널), 뉴스서울 2024.7.17(농기계), 경북매일 2026.10.20(금천고)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규모, 임대 실적, 폐교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노선 정보 사이트, HS 수집 자료(10.26), 주간경향 2026.4.27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2026-10-26T06:10:47Z</dcterms:created>
  <dcterms:modified xsi:type="dcterms:W3CDTF">2026-10-26T06:10:47Z</dcterms:modified>
</cp:coreProperties>
</file>